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838AA5-F17D-40EC-8FEF-CACC3CBBCC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C1577B-30FB-4EC7-A213-2FDD3074BE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B790B4-92EC-4F46-9AD9-D569F4D798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CE700C-1877-4F3B-A278-733585B460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EFA911-13BC-456D-8B53-A1F7CE8D9A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42FC00-B59C-4E88-B70C-3543B2DE24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625DF0-AA43-48C4-BD8B-45F4478336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CEA998-8943-422C-9698-06DD9FCACD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2CDA71-38A0-4A76-A6A7-46790BD7FF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FB27A1-20F9-4566-BAD0-CA86BC0DB0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ECE17F-CB2D-47E4-8FDE-802C9AB5AF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781560"/>
            <a:ext cx="633816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High Altitude Long Endurance (HALE) </a:t>
            </a:r>
            <a:br>
              <a:rPr sz="2600"/>
            </a:br>
            <a:r>
              <a:rPr b="0" lang="en" sz="26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UAV Sustained Flight through Renewable Energy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0" y="2834280"/>
            <a:ext cx="6338160" cy="134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9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Parth Patil 22BTRAS031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1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Guide: Dr. Amalesh Barai</a:t>
            </a:r>
            <a:endParaRPr b="0" lang="en-US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1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Department of Aerospace Engineering</a:t>
            </a:r>
            <a:endParaRPr b="0" lang="en-US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Google Shape;56;p13" descr="UAV"/>
          <p:cNvPicPr/>
          <p:nvPr/>
        </p:nvPicPr>
        <p:blipFill>
          <a:blip r:embed="rId1"/>
          <a:stretch/>
        </p:blipFill>
        <p:spPr>
          <a:xfrm>
            <a:off x="6338520" y="0"/>
            <a:ext cx="2805120" cy="513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2080" y="4572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Project Overview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Objective:</a:t>
            </a:r>
            <a:r>
              <a:rPr b="0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b="0" lang="en" sz="212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Theoretical design and feasibility evaluation of a solar-powered HALE UAV.</a:t>
            </a:r>
            <a:endParaRPr b="0" lang="en-US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Focus Areas:</a:t>
            </a:r>
            <a:r>
              <a:rPr b="0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b="0" lang="en" sz="212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Aerodynamics, structure, energy systems, and mission performance.</a:t>
            </a:r>
            <a:endParaRPr b="0" lang="en-US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Motivation:</a:t>
            </a:r>
            <a:r>
              <a:rPr b="0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b="0" lang="en" sz="212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Need for long-endurance, high-altitude platforms for surveillance, communication, and atmospheric monitoring.</a:t>
            </a:r>
            <a:endParaRPr b="0" lang="en-US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Approach:</a:t>
            </a:r>
            <a:r>
              <a:rPr b="0" lang="en" sz="212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b="0" lang="en" sz="212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Literature-backed modelling and system-level design specification.</a:t>
            </a:r>
            <a:endParaRPr b="0" lang="en-US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Google Shape;62;p14" descr="Solar powered UAV"/>
          <p:cNvPicPr/>
          <p:nvPr/>
        </p:nvPicPr>
        <p:blipFill>
          <a:blip r:embed="rId1"/>
          <a:stretch/>
        </p:blipFill>
        <p:spPr>
          <a:xfrm flipH="1">
            <a:off x="6172200" y="164520"/>
            <a:ext cx="2627640" cy="481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/>
          </p:nvPr>
        </p:nvSpPr>
        <p:spPr>
          <a:xfrm>
            <a:off x="4939560" y="456480"/>
            <a:ext cx="3836520" cy="39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5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Applications: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Persistent ISR, border surveillance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Climate and atmospheric monitoring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Communication relays (HAPS)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Disaster observation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Observations: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Global push toward satellite alternatives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Growing interest in solar/electric HALE platforms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Demand for multi-day endurance with minimum operational cost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9760">
              <a:lnSpc>
                <a:spcPct val="9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Leading programs: Zephyr, Global Hawk, Helios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Market Survey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ubTitle"/>
          </p:nvPr>
        </p:nvSpPr>
        <p:spPr>
          <a:xfrm>
            <a:off x="265680" y="2802960"/>
            <a:ext cx="4044960" cy="12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Relevance of Research in Current Markets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56347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Aerodynamic challenges at low Reynolds numbers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High-aspect ratio wings essential for efficiency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Structural reliance on CFRP composites for stiffness &amp; low weight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Solar cells: triple-junction (25–30% efficiency)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Energy storage bottleneck: night-time endurance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Fuel cells superior to batteries when energy demand &gt;2.8 kWh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Joined-wing configuration highly efficient (span efficiency 1.4–1.5)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Literature Review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76;p16" descr="Solar powered UAV"/>
          <p:cNvPicPr/>
          <p:nvPr/>
        </p:nvPicPr>
        <p:blipFill>
          <a:blip r:embed="rId1"/>
          <a:stretch/>
        </p:blipFill>
        <p:spPr>
          <a:xfrm>
            <a:off x="5946480" y="0"/>
            <a:ext cx="28072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Current HALE systems face: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Insufficient night-time power storage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Aerodynamic penalties at low Re regimes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Flutter and structural deformation in ultra-light wings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Limited hybrid solar–battery–fuel cell integration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Environmental sensitivity (temperature, irradiance, density)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Problem Definition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763880" y="1527480"/>
            <a:ext cx="3999600" cy="2088720"/>
          </a:xfrm>
          <a:prstGeom prst="rect">
            <a:avLst/>
          </a:prstGeom>
          <a:solidFill>
            <a:schemeClr val="lt2"/>
          </a:solidFill>
          <a:ln w="9360">
            <a:solidFill>
              <a:schemeClr val="accent2"/>
            </a:solidFill>
            <a:prstDash val="dash"/>
            <a:round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accent2"/>
                </a:solidFill>
                <a:effectLst/>
                <a:uFillTx/>
                <a:latin typeface="IBM Plex Sans"/>
                <a:ea typeface="IBM Plex Sans"/>
              </a:rPr>
              <a:t>Design and theoretically validate a solar-powered HALE UAV capable of sustained high-altitude flight by optimizing aerodynamic configuration, structural layout, and renewable energy integration.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8;p18"/>
          <p:cNvSpPr/>
          <p:nvPr/>
        </p:nvSpPr>
        <p:spPr>
          <a:xfrm>
            <a:off x="327240" y="1126080"/>
            <a:ext cx="5211720" cy="32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Primary Outputs: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Wing area: 32.0 m²; solar-covered area (95%): 30.4 m².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Aircraft operational mass excluding energy storage: 114.4 kg (weight = 1,121.9 N).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Cruise propulsive power required: 1,346 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Electrical power required at system level </a:t>
            </a:r>
            <a:br>
              <a:rPr sz="1100"/>
            </a:br>
            <a:r>
              <a:rPr b="0" lang="en" sz="10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(including propulsive and electronics losses):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 1,994 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Incident irradiance at 18–20 km </a:t>
            </a:r>
            <a:r>
              <a:rPr b="0" lang="en" sz="10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(assumed transmittance 0.90): 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1,224.9 W/m².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Solar electrical generation </a:t>
            </a:r>
            <a:r>
              <a:rPr b="0" lang="en" sz="10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(28% cell eff., after electronics):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 ≈ 9,384 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Night energy required for 12 hours: ≈ 23,933 Wh (23.93 kWh).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Required Li-ion battery mass (250 Wh/kg): ≈ 95.7 kg.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IBM Plex Sans"/>
              <a:buAutoNum type="arabicPeriod"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Required hydrogen (LHV 33.3 kWh/kg, fuel cell system eff 50%): ≈ 1.44 kg H₂. With a conservative hydrogen system mass multiplier (×3 to account for tanks and BOP), hydrogen system total mass ≈ 4.31 kg.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89;p18"/>
          <p:cNvSpPr/>
          <p:nvPr/>
        </p:nvSpPr>
        <p:spPr>
          <a:xfrm>
            <a:off x="5539320" y="1166760"/>
            <a:ext cx="3316680" cy="32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Sensitivity: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Solar generation scales with wing area and solar cell efficiency; even at 20% cell efficiency the daytime solar power greatly exceeds cruise power.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Battery mass required for 12-hour night remains large (~96 kg) under the current assumptions and would be impractical as a primary stored-energy solution for a 114 kg airframe.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IBM Plex Sans"/>
                <a:ea typeface="IBM Plex Sans"/>
              </a:rPr>
              <a:t>Using hydrogen fuel cells reduces stored-energy mass dramatically: ~1.4 kg H₂ required for 23.9 kWh (≈1.44 kg H₂), and with system mass multiplier ≈4.3 kg total—far lighter than batteries.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96640" y="284400"/>
            <a:ext cx="85597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theoretical model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5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Conceptual HALE UAV design is feasible in terms of aerodynamics, solar power generation, and night-time energy storage.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Design Specifications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solidFill>
            <a:schemeClr val="lt2"/>
          </a:solidFill>
          <a:ln w="9360">
            <a:solidFill>
              <a:schemeClr val="dk2"/>
            </a:solidFill>
            <a:round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System Requirements: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High-aspect ratio wing </a:t>
            </a:r>
            <a:br>
              <a:rPr sz="1400"/>
            </a:b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(biplane / BWB / joined-wing)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CFRP composite structure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Triple-junction solar array + Li-ion or fuel cell storage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Stable longitudinal &amp; directional control at low air density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solidFill>
            <a:schemeClr val="lt2"/>
          </a:solidFill>
          <a:ln w="9360">
            <a:solidFill>
              <a:schemeClr val="dk2"/>
            </a:solidFill>
            <a:round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17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Mission Requirements: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Altitude: ≥ 18–20 km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Endurance: ≥ 24 hours (target multi-day)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Cruise at low speed for max L/D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7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Lightweight scientific/communication payload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512640" y="1879200"/>
            <a:ext cx="2493000" cy="291276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txBody>
          <a:bodyPr lIns="67320" rIns="67320" tIns="67320" bIns="6732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Triple-junction cells (25–30% efficiency)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Solar irradiance estimation at 18–20 km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Wing-area-to-power ratio studies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spcAft>
                <a:spcPts val="884"/>
              </a:spcAft>
              <a:buNone/>
              <a:tabLst>
                <a:tab algn="l" pos="0"/>
              </a:tabLst>
            </a:pP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325320" y="1879200"/>
            <a:ext cx="2493000" cy="291276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txBody>
          <a:bodyPr lIns="67320" rIns="67320" tIns="67320" bIns="6732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Battery discharge modelling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Fuel cell feasibility (superior for &gt;2.8 kWh)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Day–night energy balance via MATLAB/Simulink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spcAft>
                <a:spcPts val="884"/>
              </a:spcAft>
              <a:buNone/>
              <a:tabLst>
                <a:tab algn="l" pos="0"/>
              </a:tabLst>
            </a:pP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title"/>
          </p:nvPr>
        </p:nvSpPr>
        <p:spPr>
          <a:xfrm>
            <a:off x="512640" y="1115280"/>
            <a:ext cx="2493000" cy="6919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67320" rIns="67320" tIns="67320" bIns="673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77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Solar Modelling: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3325320" y="1115280"/>
            <a:ext cx="2493000" cy="6919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67320" rIns="67320" tIns="67320" bIns="673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77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Energy Storage: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title"/>
          </p:nvPr>
        </p:nvSpPr>
        <p:spPr>
          <a:xfrm>
            <a:off x="6138000" y="1113480"/>
            <a:ext cx="2493000" cy="6919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67320" rIns="67320" tIns="67320" bIns="673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77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Performance: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/>
          </p:nvPr>
        </p:nvSpPr>
        <p:spPr>
          <a:xfrm>
            <a:off x="6138000" y="1877400"/>
            <a:ext cx="2493000" cy="291276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txBody>
          <a:bodyPr lIns="67320" rIns="67320" tIns="67320" bIns="6732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Power requirement increases by 3.5% per km altitude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Energy sustainability validated through theoretical cycle simulation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884"/>
              </a:spcBef>
              <a:spcAft>
                <a:spcPts val="884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title"/>
          </p:nvPr>
        </p:nvSpPr>
        <p:spPr>
          <a:xfrm>
            <a:off x="512640" y="351360"/>
            <a:ext cx="8118360" cy="691920"/>
          </a:xfrm>
          <a:prstGeom prst="rect">
            <a:avLst/>
          </a:prstGeom>
          <a:noFill/>
          <a:ln w="0">
            <a:noFill/>
          </a:ln>
        </p:spPr>
        <p:txBody>
          <a:bodyPr lIns="67320" rIns="67320" tIns="67320" bIns="673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7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Energy System &amp; Performance Modelling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Raleway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Hybrid solar and battery/fuel cell system theoretically supports continuous operation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Raleway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Joined-wing configuration offers best aerodynamic–structural trade-off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Raleway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Structural analysis supports CFRP-based ultra-light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Raleway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Theoretical modelling indicates feasible daytime power surplus and manageable night-time deficit with optimized storage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Raleway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Performance trends align strongly with validated HALE platforms in literature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15000"/>
              </a:lnSpc>
              <a:spcBef>
                <a:spcPts val="2401"/>
              </a:spcBef>
              <a:buNone/>
              <a:tabLst>
                <a:tab algn="l" pos="0"/>
              </a:tabLst>
            </a:pPr>
            <a:r>
              <a:rPr b="1" lang="en" sz="2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Key Findings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266040" y="1384920"/>
            <a:ext cx="4039920" cy="2993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The project establishes the feasibility of a solar-powered HALE UAV concept by integrating aerodynamic, structural, and energy-system insights. Theoretical evaluation supports long-endurance capability using optimized wing geometry and hybrid energy systems.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266040" y="764640"/>
            <a:ext cx="4039920" cy="50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21;p22"/>
          <p:cNvSpPr/>
          <p:nvPr/>
        </p:nvSpPr>
        <p:spPr>
          <a:xfrm>
            <a:off x="4663800" y="1384920"/>
            <a:ext cx="4039920" cy="2691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High-fidelity CFD and FEM simulations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Scaled prototype fabrication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Real-time atmospheric modelling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Experimental testing of wing sections &amp; hybrid energy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Development of onboard energy management algorithms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title"/>
          </p:nvPr>
        </p:nvSpPr>
        <p:spPr>
          <a:xfrm>
            <a:off x="4663800" y="764640"/>
            <a:ext cx="4039920" cy="50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Future Work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LibreOffice/25.2.6.2$Linux_X86_64 LibreOffice_project/40d1a0e1d5bdf1afaeae24d9ece32bbb00fa66a4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2025-11-24T11:10:43Z</dcterms:modified>
  <cp:revision>1</cp:revision>
  <dc:subject/>
  <dc:title/>
</cp:coreProperties>
</file>