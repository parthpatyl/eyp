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73152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ALTITUDE LONG ENDURANCE (HALE) UNMANNED AERIAL VEHICLES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Flight Through Renewable Energy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Patil (22BTRAS031)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 Amalesh Barai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Aerospace Engineering, JAIN (Deemed-to-be University)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Motivation &amp; Aims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Existing HALE UAVs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Requirements &amp; Constraints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 Overview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Aerodynamic, Propulsion &amp; Structural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&amp; Results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Stability, Trade-offs &amp;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Motivation &amp; Aims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HALE UAV?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Bridge gap between conventional aircraft and satellites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Operate at altitudes above 18 km for days/weeks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persistent surveillance &amp; communication relay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reliance on expensive satellite infrastructure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Conceive, analyse, and assess a theoretically sound solar-powered HALE UAV achieving multi-week endurance with payload versatility and operational reliability.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841248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Continuous flight above 18 km for minimum 24 hours, with ambition for several days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comprehensive conceptual design satisfying mission endurance, payload, and safety requirements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existing solar UAVs: aerodynamic configs, materials, energy storage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Limitations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3774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energy-storage limits, low-Re aerodynamics, structural/fatigue constraints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0175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endurance, energy budgets, and mission reliability via simulation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Improvements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6576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modifications: propulsion optimisation, aeroelastic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Integration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60320" y="42976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renewable energy impact on endurance and reliability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Key Existing HALE UAVs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56032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Wingspan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Zephyr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25+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14+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EAV-3 (KARI)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Stratospheric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AtlantikSolar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hours (world record)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24+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High-aspect-ratio monoplane configurations dominate (AR 17.4 to 30+)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Triple-junction GaAs cells achieve 25–30% efficiency — practical upper bound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Requirements &amp; Constraints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Requirements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Altitude: 18–22 km (stratospheric)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Endurance: Minimum 24 hours (target: multi-day)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Cruise speed: ~80 km/h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Payload: 5-10 kg for instruments &amp; comms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Constraints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Reynolds number flows (10⁵–10⁶)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Structural stiffness for flutter avoidance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storage for night-time operation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Environmental: cloud, wind shear, temperature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265176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Lift-to-Drag Ratio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520440"/>
            <a:ext cx="265176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&gt;18 km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Ceiling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520440"/>
            <a:ext cx="265176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&gt;24 hrs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Design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High-aspect-ratio monoplane configuration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Solar cells on wing &amp; fuselage surfaces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energy: solar + batteries + fuel cell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CFRP composite ultra-lightweight structure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Distributed propulsion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Choice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Monoplane with high aspect ratio selected over biplane, BWB, and joined-wing based on: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Manufacturing simplicity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 technology readiness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Structural reliability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 handling practicality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841248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Design Parameters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Wingspan: 32 m  |  Aspect Ratio: ~30  |  Empty Weight: ~114 kg  |  Payload: 5-10 kg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Geometry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Wingspan: 32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Aspect Ratio: ~30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Low-Reynolds-number airfoil selection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High-lift, low-drag optimization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Considerations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Re flows (10⁵–10⁶): viscous effects dominate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L/D: 25-30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Minimise induced drag with high 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CFD + analytical methods for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Comparison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71800"/>
          <a:ext cx="41148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Monoplane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proven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Biplane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Interference drag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L/D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Joined-wing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~40 possible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2926080"/>
            <a:ext cx="3931920" cy="1097280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3017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475488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Energy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(Day)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kW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Triple-junction GaAs cells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25-30% efficiency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(Night)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kWh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battery + fuel cell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Power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kW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power demand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System Reasoning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246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Fuel cells outperform batteries above 2.8 kWh demand [10]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Night-time requirement (~23.9 kWh) makes pure batteries infeasible (~95 kg)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Hydrogen fuel cell solution: ~1.44 kg H2 + ~3 kg system = ~4.3 kg total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Propulsion optimisation (Dantsker et al.) could reduce power demand by 19%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Selection: CFRP Composites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Carbon-fibre reinforced polymers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stiffness-to-weight ratio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Anisotropic tailoring for load paths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Out-of-plane reinforcement for damage tolerance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ANSYS Workbench for FEA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deflection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Modal frequency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Flutter margin 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Weight Breakdown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18288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Airframe (structure)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CFRP primary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GaAs on wing/fuselage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cell + 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Avionics &amp;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Sensors, comms, etc.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Empty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Takeoff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max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011680" cy="1188720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&gt;24 hrs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2011680" cy="11887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 km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01168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L/D Ratio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2011680" cy="11887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km/h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Speed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Results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Cruise power: ~2 kW electrical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Solar power available: ~9 kW (triple-junction GaAs at 1,360 W/m2)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Night-time energy storage: ~23.9 kWh for 12-hour dark period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Altitude power penalty: ~3.5% power increase per km altitude gain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Propulsion optimisation potential: 19% efficiency improvement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&amp;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Longitudinal &amp; directional stability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margin: minimum 5% MAC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 (EAV-3): 28.4% SM at 31% MAC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CG remains stable during flight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Surfaces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Conventional tail arrangement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Ailerons for roll control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Elevator for pitch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Rudder for yaw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Larger deflections at low density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High-aspect-ratio very flexible wings introduce significant aeroelastic coupling. Using Murua et al. [44] methodology: geometrically exact beam finite elements + Unsteady Vortex Lattice Method (UVLM) provides accurate flutter boundary prediction including wing-tail wake interference effects.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Trade-offs &amp;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18288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Ratio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vs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compromise for ground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cell over 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vs 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kg battery vs 4.3 kg fuel cell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Monoplane 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limit vs simplicity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 technology, lower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cell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vs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GaAs 25-30% for optimal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108960"/>
            <a:ext cx="841248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Trade-off: Battery vs Fuel Cell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5661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storage of ~23.9 kWh makes pure lithium-ion solution infeasible: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mass: ~95.7 kg at 250 Wh/kg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Hydrogen system: ~4.3 kg total (1.44 kg H2 + tankage + BOP)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Fuel cell selected for multi-day endurance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92608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Wingspan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target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literature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with Zephyr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Takeoff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max payload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&gt;24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achieved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18-22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Stratospheric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L/D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achieved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Cruise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kW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kW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at altitude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~23.9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cell 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Conceptually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Energy balance closure verified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Power requirements realistic (~2 kW)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Solar power adequate (~9 kW available)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Fuel cell mass savings confirmed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L/D targets achievable per EAV-3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Validation Needed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wind tunnel testing performed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CFD high-fidelity validation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flight testing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Aeroelastic effects modeled conceptually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Manufacturing defects not quantified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CONCEPTUAL DESIGN study. Detailed computational modeling, prototype fabrication, and flight testing are recommended for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Achieved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Comprehensive conceptual design developed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Literature review expanded with recent developments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Energy system feasibility confirmed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Design parameters aligned with literature benchmarks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Trade-offs analyzed and justified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Solar-powered HALE UAV is technically feasible for multi-day endurance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energy storage (fuel cell) essential over pure batteries for night-time power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Propulsion optimisation can reduce power demand by up to 19%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High-aspect-ratio wings require careful aeroelastic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(Research)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Detailed CFD and wind tunnel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Composite wing segment testing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Flutter boundary testing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management algorithm development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(Development)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Scaled demonstrator fabrication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Flight testing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Technology maturation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Mission system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Technologies to Monitor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Morphing wings for adaptive aerodynamics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Solid-state batteries for improved energy density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Ultra-light flexible solar arrays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Supercapacitor hybrid storage (eliminating battery degradation)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Goraj et al. (1999). Design concept of a HALE UAV. Aircraft Design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Goraj, Z. (2004). HALE UAV of a new generation. Bull. Polish Academy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Romeo et al. (2004). HELIPLAT: Design &amp; analysis. Journal of Aircraft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Najafi, Y. (2011). Design of HALE Solar Powered UAV. SJSU MS Thesis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Boukoberine et al. (2019). Energy storage for UAVs. J. Power Sources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[39] Oettershagen et al. (2017). AtlantikSolar UAV. J. Field Robotics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[40] Hwang et al. (2016). KARI EAV-3 aerodynamic design. Journal of Aircraft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[44] Murua et al. (2011). Stability of very flexible aircraft. AIAA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Patil | 22BTRAS031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Amalesh Barai (Advisor)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(Deemed-to-be University), Department of Aerospace Engineering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HALE UAV Final Year Project</dc:title>
  <dc:subject>PptxGenJS Presentation</dc:subject>
  <dc:creator>PptxGenJS</dc:creator>
  <cp:lastModifiedBy>PptxGenJS</cp:lastModifiedBy>
  <cp:revision>1</cp:revision>
  <dcterms:created xsi:type="dcterms:W3CDTF">2026-02-17T17:51:40Z</dcterms:created>
  <dcterms:modified xsi:type="dcterms:W3CDTF">2026-02-17T17:51:40Z</dcterms:modified>
</cp:coreProperties>
</file>